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a Sans Semi Bold"/>
      <p:regular r:id="rId17"/>
    </p:embeddedFont>
    <p:embeddedFont>
      <p:font typeface="Mona Sans Semi Bold"/>
      <p:regular r:id="rId18"/>
    </p:embeddedFont>
    <p:embeddedFont>
      <p:font typeface="Mona Sans Semi Bold"/>
      <p:regular r:id="rId19"/>
    </p:embeddedFont>
    <p:embeddedFont>
      <p:font typeface="Mona Sans Semi Bold"/>
      <p:regular r:id="rId20"/>
    </p:embeddedFont>
    <p:embeddedFont>
      <p:font typeface="Funnel Sans"/>
      <p:regular r:id="rId21"/>
    </p:embeddedFont>
    <p:embeddedFont>
      <p:font typeface="Funn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Smart Recipe Recommender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intelligent system that suggests recipes based on available ingredients—even just one ingredient unlocks culinary possibilities.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786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54429"/>
            <a:ext cx="269045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706535"/>
            <a:ext cx="269045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 stared at your pantry wondering what to cook? Our Smart Recipe Recommender solves this by matching your available ingredients to delicious recipes.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531668" y="30544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Solution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531668" y="3706535"/>
            <a:ext cx="431244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Enter any ingredient—even just one—and discover recipes you can make. The system intelligently matches what you have and shows what's missing.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Core Features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Intelligent Matching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Advanced algorithm matches your ingredients with compatible recipes instantly.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32523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Multi-Cuisine Database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Access 100+ recipes spanning global cuisines from Indian to Japanese.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Simple Interface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 console-based design makes recipe discovery effortless.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Ingredient Tracking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See both matched and missing ingredients for every recipe suggestion.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How It Works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25998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Recipe Database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get_recipes() stores 100+ recipes organized by cuisine type in dictionary format.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225998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Matching Logic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recommend_recipes() compares your ingredients against the database and finds matches.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225998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User Interaction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main() handles input and displays suggestions with matched and missing ingredients.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180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Code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93802"/>
            <a:ext cx="21227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get_recipes()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74946"/>
            <a:ext cx="212276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Recipe Database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941921"/>
            <a:ext cx="21227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Dictionary-based storage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747022"/>
            <a:ext cx="21227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Categorized by cuisine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552123"/>
            <a:ext cx="21227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Ingredient lists per recipe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477578" y="2793802"/>
            <a:ext cx="212276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recommend_recipes()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477578" y="3729276"/>
            <a:ext cx="212276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Matching Engine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3477578" y="4296251"/>
            <a:ext cx="21227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Ingredient comparison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3477578" y="5101352"/>
            <a:ext cx="21227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Match calculation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3477578" y="5906453"/>
            <a:ext cx="21227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Missing item tracking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161365" y="2793802"/>
            <a:ext cx="22038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main()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161365" y="3374946"/>
            <a:ext cx="22038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Interface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161365" y="3941921"/>
            <a:ext cx="22038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Input handling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161365" y="4384119"/>
            <a:ext cx="22038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Output formatting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161365" y="5189220"/>
            <a:ext cx="22038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 display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9761"/>
            <a:ext cx="6750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Global Cuisine Coverage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62168"/>
            <a:ext cx="1767840" cy="1767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113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Indian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03915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Aromatic curries and traditional dishes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062168"/>
            <a:ext cx="1767840" cy="1767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5113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Italian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60391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Classic pasta and Mediterranean flavors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062168"/>
            <a:ext cx="1767840" cy="1767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5113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Chinese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60391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Stir-fries and traditional recipes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062168"/>
            <a:ext cx="1767840" cy="17678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5113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Mexican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60391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Bold flavors and vibrant dishes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334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07457"/>
            <a:ext cx="5522357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More Cuisines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259473" y="1628894"/>
            <a:ext cx="7597854" cy="1333619"/>
          </a:xfrm>
          <a:prstGeom prst="roundRect">
            <a:avLst>
              <a:gd name="adj" fmla="val 695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0814" y="188023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American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510814" y="2357795"/>
            <a:ext cx="7095173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Comfort food classics and BBQ favorites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59473" y="3183374"/>
            <a:ext cx="7597854" cy="1333619"/>
          </a:xfrm>
          <a:prstGeom prst="roundRect">
            <a:avLst>
              <a:gd name="adj" fmla="val 695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814" y="343471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Japanese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510814" y="3912275"/>
            <a:ext cx="7095173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Sushi, ramen, and traditional dishes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59473" y="4737854"/>
            <a:ext cx="7597854" cy="1333619"/>
          </a:xfrm>
          <a:prstGeom prst="roundRect">
            <a:avLst>
              <a:gd name="adj" fmla="val 695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0814" y="498919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Middle Eastern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510814" y="5466755"/>
            <a:ext cx="7095173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Hummus, falafel, and aromatic spices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59473" y="6292334"/>
            <a:ext cx="7597854" cy="1333619"/>
          </a:xfrm>
          <a:prstGeom prst="roundRect">
            <a:avLst>
              <a:gd name="adj" fmla="val 695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0814" y="654367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Desserts &amp; Drinks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510814" y="7021235"/>
            <a:ext cx="7095173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Sweet treats and refreshing beverages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Technical Concepts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37149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Dictionaries &amp; Nested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Organized recipe storage with hierarchical structure for efficient data management.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6352"/>
            <a:ext cx="29190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Loops &amp; Conditionals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6770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Iterative ingredient matching with conditional logic for accurate recommendations.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String Manipulation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Processing and comparing ingredient names for flexible matching.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7357"/>
            <a:ext cx="640794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70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List Comprehension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9208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Efficient filtering and transformation of recipe data.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7357"/>
            <a:ext cx="640794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70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User Input Handling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9208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 interface for ingredient entry and result display.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0057"/>
            <a:ext cx="60689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Enhancements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695944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</p:sp>
      <p:sp>
        <p:nvSpPr>
          <p:cNvPr id="4" name="Shape 2"/>
          <p:cNvSpPr/>
          <p:nvPr/>
        </p:nvSpPr>
        <p:spPr>
          <a:xfrm>
            <a:off x="3301960" y="4015502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</p:sp>
      <p:sp>
        <p:nvSpPr>
          <p:cNvPr id="5" name="Shape 3"/>
          <p:cNvSpPr/>
          <p:nvPr/>
        </p:nvSpPr>
        <p:spPr>
          <a:xfrm>
            <a:off x="3062049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4712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899642" y="25724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GUI Development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3062883"/>
            <a:ext cx="4593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visual interface using Tkinter or Streamlit for enhanced user experience.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967293" y="4695944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</p:sp>
      <p:sp>
        <p:nvSpPr>
          <p:cNvPr id="10" name="Shape 8"/>
          <p:cNvSpPr/>
          <p:nvPr/>
        </p:nvSpPr>
        <p:spPr>
          <a:xfrm>
            <a:off x="5727382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2453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4564856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Favorites Feature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85818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Allow users to save and organize their preferred recipes.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632508" y="4015502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2597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7667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230070" y="25724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Voice Input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1032" y="3062883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Enable hands-free ingredient entry while cooking.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297841" y="4695944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7930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4300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874925" y="5603200"/>
            <a:ext cx="2876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Mobile Web Interface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6365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responsive design for on-the-go recipe discovery.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1237059"/>
            <a:ext cx="7669530" cy="394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0"/>
              </a:lnSpc>
              <a:buNone/>
            </a:pPr>
            <a:r>
              <a:rPr lang="en-US" sz="8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Transform Ingredients into Inspiration</a:t>
            </a:r>
            <a:endParaRPr lang="en-US" sz="8250" dirty="0"/>
          </a:p>
        </p:txBody>
      </p:sp>
      <p:sp>
        <p:nvSpPr>
          <p:cNvPr id="4" name="Text 1"/>
          <p:cNvSpPr/>
          <p:nvPr/>
        </p:nvSpPr>
        <p:spPr>
          <a:xfrm>
            <a:off x="737235" y="5502354"/>
            <a:ext cx="7669530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Smart Recipe Recommender makes cooking accessible and exciting—turning whatever you have into delicious possibilities.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" y="6413183"/>
            <a:ext cx="1516618" cy="57923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04" y="6413183"/>
            <a:ext cx="1703308" cy="579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2025-11-03T11:33:01Z</dcterms:created>
  <dcterms:modified xsi:type="dcterms:W3CDTF">2025-11-03T11:33:01Z</dcterms:modified>
</cp:coreProperties>
</file>